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8hQrtWqgj6bZkB3F2Zgs3mfqI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2E4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7D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5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HAIRCUT HOME STUDIO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2D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ECE2D0"/>
                </a:solidFill>
                <a:latin typeface="Calibri"/>
                <a:ea typeface="Calibri"/>
                <a:cs typeface="Calibri"/>
                <a:sym typeface="Calibri"/>
              </a:rPr>
              <a:t>Plataforma web de agendamiento inteligente para peluquería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CAPSTONE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6108192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6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8C6CC"/>
                </a:solidFill>
                <a:latin typeface="Calibri"/>
                <a:ea typeface="Calibri"/>
                <a:cs typeface="Calibri"/>
                <a:sym typeface="Calibri"/>
              </a:rPr>
              <a:t>Nicolas Carmona · Rosa Garrido · Mateo Alvares  |  Duoc UC Melipilla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SECCIÓN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Definición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fmla="val 2637" name="adj"/>
            </a:avLst>
          </a:prstGeom>
          <a:solidFill>
            <a:srgbClr val="ECE2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Haircut Home Studio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868680" y="2606040"/>
            <a:ext cx="4526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Proyecto de título orientado a resolver el agendamiento de una peluquería de atención a domicilio, mediante una plataforma web que centraliza, automatiza y ordena el proceso de reservas del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89320" y="1801368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5989320" y="180136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Análisis y levantamiento de requerimientos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720840" y="2084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Product Backlog y reglas de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89320" y="283464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5989320" y="28346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720840" y="281635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Diseño y desarrollo de 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6720840" y="31181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Mockups → lógica de reservas, login y flujos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989320" y="386791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5989320" y="38679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720840" y="384962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Modelamiento de base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720840" y="415137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Usuarios, reservas, servicios y disponibilidad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989320" y="4901184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989320" y="49011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720840" y="488289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Gestión ágil con Scrum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720840" y="5184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Sprints, backlog priorizado y seguimiento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SECCIÓN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El dueño de la peluquería agenda sus horas manualmente por WhatsApp y llamadas telefónicas, un proceso que genera fricción tanto para él como para sus clientes.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2606040"/>
            <a:ext cx="2606040" cy="3291840"/>
          </a:xfrm>
          <a:prstGeom prst="roundRect">
            <a:avLst>
              <a:gd fmla="val 3509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749808" y="352044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Pérdida de tiempo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49808" y="420624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La gestión manual de horarios le resta tiempo a su actividad principal.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383280" y="2606040"/>
            <a:ext cx="2606040" cy="3291840"/>
          </a:xfrm>
          <a:prstGeom prst="roundRect">
            <a:avLst>
              <a:gd fmla="val 3509" name="adj"/>
            </a:avLst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1188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361188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3584448" y="352044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Riesgo de dobles reservas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3584448" y="420624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Sin control centralizado, es fácil agendar dos clientes en un mismo horario.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17920" y="2606040"/>
            <a:ext cx="2606040" cy="3291840"/>
          </a:xfrm>
          <a:prstGeom prst="roundRect">
            <a:avLst>
              <a:gd fmla="val 3509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44652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644652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419088" y="352044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Sin registro ordenado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6419088" y="420624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No existe historial digital del trabajo realizado ni de la disponibilidad.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052560" y="2606040"/>
            <a:ext cx="2606040" cy="3291840"/>
          </a:xfrm>
          <a:prstGeom prst="roundRect">
            <a:avLst>
              <a:gd fmla="val 3509" name="adj"/>
            </a:avLst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28116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928116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9253728" y="3520440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Negocio sin presupuesto 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9253728" y="4206240"/>
            <a:ext cx="22037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Pequeño negocio local, sin acceso a software de gestión comercial.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SECCIÓN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173736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868680" y="1847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868680" y="2121408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automatice el agendamiento de horas e incorpore un motor de asignación inteligente de bloques, reduciendo la gestión manual y aumentando el aprovechamiento de la jornada laboral.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336499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548640" y="3364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280160" y="3392424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Levantar y documentar el proceso actual de agendamiento mediante entrevistas con el cliente.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548640" y="39319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280160" y="3959352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Diseñar la arquitectura y el modelo de datos considerando las restricciones del negocio.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4498848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548640" y="44988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1280160" y="452628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Implementar los módulos de clientes, reservas y administración aplicando Scrum en sprints de dos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548640" y="50657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280160" y="5093208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Desarrollar y evaluar el componente de agente, comparando su desempeño frente al método manual.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5632704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548640" y="563270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280160" y="5660136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Validar la solución mediante un período de uso real por parte del cliente.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SECCIÓN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Alcances del Sistema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44788" y="2285137"/>
            <a:ext cx="3659700" cy="2745000"/>
          </a:xfrm>
          <a:prstGeom prst="roundRect">
            <a:avLst>
              <a:gd fmla="val 3509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6300" lIns="96300" spcFirstLastPara="1" rIns="96300" wrap="square" tIns="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514469" y="2477767"/>
            <a:ext cx="317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1"/>
              <a:buFont typeface="Cambria"/>
              <a:buNone/>
            </a:pPr>
            <a:r>
              <a:rPr b="1" i="0" lang="en-US" sz="179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Módulo Cliente</a:t>
            </a:r>
            <a:endParaRPr b="0" i="0" sz="17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14469" y="3007498"/>
            <a:ext cx="32265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180" lvl="0" marL="361180" marR="0" rtl="0" algn="l">
              <a:spcBef>
                <a:spcPts val="0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Catálogo de servicios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Login y cuenta de usuario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Reserva de horas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Historial de atenciones</a:t>
            </a:r>
            <a:endParaRPr b="0" i="0" sz="1317" u="none" cap="none" strike="noStrike">
              <a:solidFill>
                <a:srgbClr val="F3E7E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1574" marR="0" rtl="0" algn="l">
              <a:spcBef>
                <a:spcPts val="843"/>
              </a:spcBef>
              <a:spcAft>
                <a:spcPts val="0"/>
              </a:spcAft>
              <a:buNone/>
            </a:pPr>
            <a:r>
              <a:t/>
            </a:r>
            <a:endParaRPr sz="1317">
              <a:solidFill>
                <a:srgbClr val="F3E7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145534" y="2285137"/>
            <a:ext cx="3659700" cy="2745000"/>
          </a:xfrm>
          <a:prstGeom prst="roundRect">
            <a:avLst>
              <a:gd fmla="val 3509" name="adj"/>
            </a:avLst>
          </a:prstGeom>
          <a:solidFill>
            <a:srgbClr val="A26769"/>
          </a:solidFill>
          <a:ln>
            <a:noFill/>
          </a:ln>
        </p:spPr>
        <p:txBody>
          <a:bodyPr anchorCtr="0" anchor="ctr" bIns="96300" lIns="96300" spcFirstLastPara="1" rIns="96300" wrap="square" tIns="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4415215" y="2477767"/>
            <a:ext cx="317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1"/>
              <a:buFont typeface="Cambria"/>
              <a:buNone/>
            </a:pPr>
            <a:r>
              <a:rPr b="1" i="0" lang="en-US" sz="179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Módulo Administrador</a:t>
            </a:r>
            <a:endParaRPr b="0" i="0" sz="17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415215" y="3007498"/>
            <a:ext cx="32265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180" lvl="0" marL="361180" marR="0" rtl="0" algn="l">
              <a:spcBef>
                <a:spcPts val="0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Gestión de disponibilidad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Solicitudes de reserva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Reportes de gestión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F3E7EC"/>
              </a:buClr>
              <a:buSzPts val="1317"/>
              <a:buFont typeface="Calibri"/>
              <a:buChar char="▪"/>
            </a:pPr>
            <a:r>
              <a:rPr b="0" i="0" lang="en-US" sz="1317" u="none" cap="none" strike="noStrike">
                <a:solidFill>
                  <a:srgbClr val="F3E7EC"/>
                </a:solidFill>
                <a:latin typeface="Calibri"/>
                <a:ea typeface="Calibri"/>
                <a:cs typeface="Calibri"/>
                <a:sym typeface="Calibri"/>
              </a:rPr>
              <a:t>Vista del peluquero</a:t>
            </a:r>
            <a:endParaRPr b="0" i="0" sz="13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238910" y="2285137"/>
            <a:ext cx="3708300" cy="2745000"/>
          </a:xfrm>
          <a:prstGeom prst="roundRect">
            <a:avLst>
              <a:gd fmla="val 3509" name="adj"/>
            </a:avLst>
          </a:prstGeom>
          <a:solidFill>
            <a:srgbClr val="ECE2D0"/>
          </a:solidFill>
          <a:ln>
            <a:noFill/>
          </a:ln>
        </p:spPr>
        <p:txBody>
          <a:bodyPr anchorCtr="0" anchor="ctr" bIns="96300" lIns="96300" spcFirstLastPara="1" rIns="96300" wrap="square" tIns="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8508591" y="2477767"/>
            <a:ext cx="317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633"/>
              <a:buFont typeface="Cambria"/>
              <a:buNone/>
            </a:pPr>
            <a:r>
              <a:rPr b="1" i="0" lang="en-US" sz="1633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+ Módulo IA (innovación)</a:t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8508591" y="3007498"/>
            <a:ext cx="32265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180" lvl="0" marL="361180" marR="0" rtl="0" algn="l"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264"/>
              <a:buFont typeface="Calibri"/>
              <a:buChar char="▪"/>
            </a:pPr>
            <a:r>
              <a:rPr b="0" i="0" lang="en-US" sz="1264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Vista previa de corte generada por IA a partir de una foto</a:t>
            </a:r>
            <a:endParaRPr b="0" i="0" sz="12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180" lvl="0" marL="361180" marR="0" rtl="0" algn="l">
              <a:spcBef>
                <a:spcPts val="843"/>
              </a:spcBef>
              <a:spcAft>
                <a:spcPts val="0"/>
              </a:spcAft>
              <a:buClr>
                <a:srgbClr val="3A2530"/>
              </a:buClr>
              <a:buSzPts val="1264"/>
              <a:buFont typeface="Calibri"/>
              <a:buChar char="▪"/>
            </a:pPr>
            <a:r>
              <a:rPr b="0" i="0" lang="en-US" sz="1264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Agente que resume y gestiona solicitudes vía WhatsApp con aprobación del dueño</a:t>
            </a:r>
            <a:endParaRPr b="0" i="0" sz="12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SECCIÓN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Hitos — Etapas de Desarrollo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22960" y="2651760"/>
            <a:ext cx="10515600" cy="0"/>
          </a:xfrm>
          <a:prstGeom prst="straightConnector1">
            <a:avLst/>
          </a:prstGeom>
          <a:noFill/>
          <a:ln cap="flat" cmpd="sng" w="25400">
            <a:solidFill>
              <a:srgbClr val="D9CDD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2301240" y="2377440"/>
            <a:ext cx="548640" cy="548640"/>
          </a:xfrm>
          <a:prstGeom prst="ellipse">
            <a:avLst/>
          </a:prstGeom>
          <a:solidFill>
            <a:srgbClr val="6D2E4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230124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60120" y="3154680"/>
            <a:ext cx="3230880" cy="3200400"/>
          </a:xfrm>
          <a:prstGeom prst="roundRect">
            <a:avLst>
              <a:gd fmla="val 2857" name="adj"/>
            </a:avLst>
          </a:prstGeom>
          <a:solidFill>
            <a:srgbClr val="FAF7F5"/>
          </a:solidFill>
          <a:ln cap="flat" cmpd="sng" w="12700">
            <a:solidFill>
              <a:srgbClr val="EBE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1188720" y="3337560"/>
            <a:ext cx="277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Fase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188720" y="3703320"/>
            <a:ext cx="277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 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188720" y="4114800"/>
            <a:ext cx="2773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Contacto con el cliente, definición de épicas e historias de usuario, Product Backlog y diseño de arquitectura (4+1) y mockups.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806440" y="2377440"/>
            <a:ext cx="548640" cy="548640"/>
          </a:xfrm>
          <a:prstGeom prst="ellipse">
            <a:avLst/>
          </a:prstGeom>
          <a:solidFill>
            <a:srgbClr val="A2676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580644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465320" y="3154680"/>
            <a:ext cx="3230880" cy="3200400"/>
          </a:xfrm>
          <a:prstGeom prst="roundRect">
            <a:avLst>
              <a:gd fmla="val 2857" name="adj"/>
            </a:avLst>
          </a:prstGeom>
          <a:solidFill>
            <a:srgbClr val="FAF7F5"/>
          </a:solidFill>
          <a:ln cap="flat" cmpd="sng" w="12700">
            <a:solidFill>
              <a:srgbClr val="EBE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4693920" y="3337560"/>
            <a:ext cx="277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rPr>
              <a:t>Fase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693920" y="3703320"/>
            <a:ext cx="277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10 a 13 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693920" y="4114800"/>
            <a:ext cx="2773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Desarrollo incremental en 5 sprints: reservas, vistas de peluquero, cliente y admin, agente WhatsApp e IA de simulación de corte.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311640" y="2377440"/>
            <a:ext cx="548640" cy="548640"/>
          </a:xfrm>
          <a:prstGeom prst="ellipse">
            <a:avLst/>
          </a:prstGeom>
          <a:solidFill>
            <a:srgbClr val="D9A44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931164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970520" y="3154680"/>
            <a:ext cx="3230880" cy="3200400"/>
          </a:xfrm>
          <a:prstGeom prst="roundRect">
            <a:avLst>
              <a:gd fmla="val 2857" name="adj"/>
            </a:avLst>
          </a:prstGeom>
          <a:solidFill>
            <a:srgbClr val="FAF7F5"/>
          </a:solidFill>
          <a:ln cap="flat" cmpd="sng" w="12700">
            <a:solidFill>
              <a:srgbClr val="EBE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8199120" y="3337560"/>
            <a:ext cx="277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Fase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8199120" y="3703320"/>
            <a:ext cx="277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4 a 5 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8199120" y="4114800"/>
            <a:ext cx="2773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25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2530"/>
                </a:solidFill>
                <a:latin typeface="Calibri"/>
                <a:ea typeface="Calibri"/>
                <a:cs typeface="Calibri"/>
                <a:sym typeface="Calibri"/>
              </a:rPr>
              <a:t>Pruebas de calidad, despliegue del entorno, manual de usuario, cierre del proyecto y presentación ante la comisión.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7A80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2E46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5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SECCIÓN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48640" y="182880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Haircut Home Studio transforma una gestión manual y propensa a errores en una plataforma digital ordenada, ahorrando tiempo al profesional y mejorando la experiencia de reserva de sus clientes.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3291840"/>
            <a:ext cx="3611880" cy="2651760"/>
          </a:xfrm>
          <a:prstGeom prst="roundRect">
            <a:avLst>
              <a:gd fmla="val 3448" name="adj"/>
            </a:avLst>
          </a:prstGeom>
          <a:solidFill>
            <a:srgbClr val="7D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804672" y="3520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Pertinencia profesional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804672" y="411480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Aplica el ciclo completo del perfil de egreso: analizar, diseñar, implementar y asegurar calidad.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389120" y="3291840"/>
            <a:ext cx="3611880" cy="2651760"/>
          </a:xfrm>
          <a:prstGeom prst="roundRect">
            <a:avLst>
              <a:gd fmla="val 3448" name="adj"/>
            </a:avLst>
          </a:prstGeom>
          <a:solidFill>
            <a:srgbClr val="7D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4645152" y="3520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Factibilidad comprobada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4645152" y="411480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Alcance acotado, stack de código abierto y desarrollo por sprints ajustado al semestre.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229600" y="3291840"/>
            <a:ext cx="3611880" cy="2651760"/>
          </a:xfrm>
          <a:prstGeom prst="roundRect">
            <a:avLst>
              <a:gd fmla="val 3448" name="adj"/>
            </a:avLst>
          </a:prstGeom>
          <a:solidFill>
            <a:srgbClr val="7D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8485632" y="3520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Innovación diferenciadora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8485632" y="411480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1E4E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E4E9"/>
                </a:solidFill>
                <a:latin typeface="Calibri"/>
                <a:ea typeface="Calibri"/>
                <a:cs typeface="Calibri"/>
                <a:sym typeface="Calibri"/>
              </a:rPr>
              <a:t>Vista previa de corte con IA y agente automático de agendamiento vía WhatsApp.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B8BE"/>
                </a:solidFill>
                <a:latin typeface="Calibri"/>
                <a:ea typeface="Calibri"/>
                <a:cs typeface="Calibri"/>
                <a:sym typeface="Calibri"/>
              </a:rPr>
              <a:t>Haircut Home Studio — Proyecto APT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138150" y="5715050"/>
            <a:ext cx="4053900" cy="12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38" y="5811901"/>
            <a:ext cx="3807967" cy="10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2026-08-31T01:51:20Z</dcterms:created>
  <dc:creator>PptxGenJS</dc:creator>
</cp:coreProperties>
</file>